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04DFEC-9442-3880-8D78-1FE1E2AC5C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43C1A0-E431-3970-2725-D5697F135A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8D6FC77-2C0C-5EB5-D02D-6B2C651A9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594FF-6586-466C-B095-1A63DDAFF497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46B701A-BFD1-FB28-3F1B-69BA1C9AE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DFF9CB-0EE0-D941-2287-8ABC96416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90302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BD172D-5084-A39B-1E58-3880EEC73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9DD10EF-5B63-CB61-CDAA-E354179633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1630201-C408-BF13-1E2E-0CDDFC0EB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594FF-6586-466C-B095-1A63DDAFF497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FB031DC-40EC-2F68-71D8-DFABD1D9A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D98E4AC-2149-0B95-D985-B75875CBB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6126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ACB8C-F0FE-91AE-E961-07DAD8737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7E0A8CD-8C51-699C-174F-6D5670FF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A5967D-5961-B3AF-ABBD-EDA278B07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594FF-6586-466C-B095-1A63DDAFF497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DC886B6-781F-0085-6C47-4D4BD0D69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8F80C1-E0EF-C42F-9AD9-607937204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1465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3C8981-DA06-FF58-0091-4B6ED976B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99C1ABC-3CB7-C1BD-303E-5CA61C9F5B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BB6C23A-0E9D-B4AC-4804-47269D8E80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61AB8E6-A20F-C77A-893C-67B173E33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594FF-6586-466C-B095-1A63DDAFF497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EA6F0C-53B8-B225-E687-D65179C1B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C85B1BA-3FD9-E25C-EC21-C96722AFE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33932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C4F9DE-A6C3-67FB-1914-B176B64B9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AE55874-A296-40E9-CBE9-638AD1975D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2C4F802-ED92-B5B9-9DE1-583ADE8AB4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064A008-BC2A-6B02-1E9F-2DEAA5B837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B6A464E-E41D-83D6-F3C8-82D00BD664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6BA86B4-0345-BF8A-6069-5009CC5F0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594FF-6586-466C-B095-1A63DDAFF497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0A3331F-AA6F-668B-13B3-E17934C52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7B008BF-C5BD-CBF1-350A-00C56671F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873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034B97-04DA-2726-AA59-13CB360ED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186A35D-30E9-F3D1-C849-1734D8B9D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594FF-6586-466C-B095-1A63DDAFF497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5918468-5C28-DFF7-F2C9-A410F63B6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B96BED8-2F09-CCC9-95C3-CE6E60445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93136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1677840-D4E3-5432-2CC7-51B34BE5D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594FF-6586-466C-B095-1A63DDAFF497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E614FD4-6DFC-3D38-D040-5C9B2D38B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926CCEB-92C8-F1B7-F6FE-631D2BFFE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3753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BBAC80-C970-2669-7FC9-DFD81B997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45F29E-03CA-915D-1AD3-E6CCC429CA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3FC88E6-3BDE-D861-DE13-6BF4B103E8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B27DCCD-FF43-7430-A799-91BA76841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594FF-6586-466C-B095-1A63DDAFF497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C0C7563-9F9D-95D6-3205-4BC4EB0A9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B56A739-3245-F8F9-3105-3DEA934CA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78080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E7E328-C929-68CC-58D1-440E15562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3A0749C-913D-76DB-E7FF-224E10C9E7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1445CD8-8F59-0F85-C5AC-FFBFC72FFB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010C641-8E02-658B-5B0D-5FAF06A05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594FF-6586-466C-B095-1A63DDAFF497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E75EA4-D8BD-3ABE-5D66-729AEBCA2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2F525F9-70F6-3BB0-DD44-7CC732EFA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1984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D4A2CB-AA51-4620-EEB9-F665AEAE2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44958A0-FB80-08FE-EABD-AD0DF7AA5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C8CD8A7-2C64-7291-79E8-BD8BFD613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594FF-6586-466C-B095-1A63DDAFF497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31DA605-A387-1068-A8A2-FB840FAC8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63976CA-BE77-61DF-EB92-5BE356512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3384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3A9AAA6-FBED-CF8C-A412-C66433A9AE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7A73F7-1EE1-5150-405D-C82F93007C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C3083D7-AACB-EA82-1762-F5F022971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594FF-6586-466C-B095-1A63DDAFF497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5091691-5C98-5838-71A0-242B8F71D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A3F1C5-3C4D-1824-F2C4-0F878DC52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8355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B6E80AA-D75E-CE9A-7077-CA691577E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A4917E-AD56-9F19-E59E-1215111036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97E250-653F-DB77-BB63-2B350797A2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4594FF-6586-466C-B095-1A63DDAFF497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06827B-ACFF-775D-0D69-796B82CBB5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3A9689-4CD7-77EE-8F69-6948D1391B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06871-AD7F-4BB8-B87A-1735A5624F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3680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7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microsoft.com/office/2007/relationships/hdphoto" Target="../media/hdphoto1.wdp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microsoft.com/office/2007/relationships/media" Target="../media/media3.mp4"/><Relationship Id="rId7" Type="http://schemas.openxmlformats.org/officeDocument/2006/relationships/image" Target="../media/image9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8.jpg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3.mp4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64A68C8B-1A06-938F-5D10-6DA328DCEE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972749">
            <a:off x="168509" y="695040"/>
            <a:ext cx="5453624" cy="5467919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BBDAC7E7-8DFD-295E-E5EA-1FD404584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429" y="308205"/>
            <a:ext cx="2912269" cy="3395829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6D503D42-A23F-8396-B7F6-8A4CF01F5F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9525841">
            <a:off x="6704996" y="3728649"/>
            <a:ext cx="1541488" cy="2921794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C2944C9E-1A11-C9C9-4414-057230C772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4698" y="735806"/>
            <a:ext cx="3316353" cy="3957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2009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10ce9f06e214c0b828ea8ed1f37203b">
            <a:hlinkClick r:id="" action="ppaction://media"/>
            <a:extLst>
              <a:ext uri="{FF2B5EF4-FFF2-40B4-BE49-F238E27FC236}">
                <a16:creationId xmlns:a16="http://schemas.microsoft.com/office/drawing/2014/main" id="{B8D5B9A4-EE06-8692-5E51-9FE2E36678B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72086" y="190004"/>
            <a:ext cx="3525324" cy="6267243"/>
          </a:xfrm>
          <a:prstGeom prst="rect">
            <a:avLst/>
          </a:prstGeom>
        </p:spPr>
      </p:pic>
      <p:pic>
        <p:nvPicPr>
          <p:cNvPr id="8" name="图片 7" descr="图示&#10;&#10;AI 生成的内容可能不正确。">
            <a:extLst>
              <a:ext uri="{FF2B5EF4-FFF2-40B4-BE49-F238E27FC236}">
                <a16:creationId xmlns:a16="http://schemas.microsoft.com/office/drawing/2014/main" id="{73F33A31-6BEA-C694-BE61-6131AF12C9A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100000"/>
                    </a14:imgEffect>
                    <a14:imgEffect>
                      <a14:brightnessContrast bright="99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4479" r="2469" b="30833"/>
          <a:stretch/>
        </p:blipFill>
        <p:spPr>
          <a:xfrm>
            <a:off x="4967288" y="364330"/>
            <a:ext cx="3762376" cy="3064670"/>
          </a:xfrm>
          <a:prstGeom prst="rect">
            <a:avLst/>
          </a:prstGeom>
          <a:effectLst/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61E95145-89E8-E6FD-1200-7D203B04F26E}"/>
              </a:ext>
            </a:extLst>
          </p:cNvPr>
          <p:cNvSpPr txBox="1"/>
          <p:nvPr/>
        </p:nvSpPr>
        <p:spPr>
          <a:xfrm>
            <a:off x="9551193" y="1527333"/>
            <a:ext cx="1656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Rolling Friction</a:t>
            </a:r>
            <a:endParaRPr lang="zh-CN" altLang="en-US" dirty="0"/>
          </a:p>
        </p:txBody>
      </p:sp>
      <p:pic>
        <p:nvPicPr>
          <p:cNvPr id="11" name="图片 10" descr="图示&#10;&#10;AI 生成的内容可能不正确。">
            <a:extLst>
              <a:ext uri="{FF2B5EF4-FFF2-40B4-BE49-F238E27FC236}">
                <a16:creationId xmlns:a16="http://schemas.microsoft.com/office/drawing/2014/main" id="{C6A57EFE-D519-3D66-8FCB-D1690CD2E64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harpenSoften amount="100000"/>
                    </a14:imgEffect>
                    <a14:imgEffect>
                      <a14:brightnessContrast bright="99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5114" y="3507583"/>
            <a:ext cx="3966723" cy="2621756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DC51C870-E499-9DEA-72C1-C0A5F6EF49C2}"/>
              </a:ext>
            </a:extLst>
          </p:cNvPr>
          <p:cNvSpPr txBox="1"/>
          <p:nvPr/>
        </p:nvSpPr>
        <p:spPr>
          <a:xfrm>
            <a:off x="9551192" y="3937158"/>
            <a:ext cx="1641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Sliding Friction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51298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066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银色的机器&#10;&#10;AI 生成的内容可能不正确。">
            <a:extLst>
              <a:ext uri="{FF2B5EF4-FFF2-40B4-BE49-F238E27FC236}">
                <a16:creationId xmlns:a16="http://schemas.microsoft.com/office/drawing/2014/main" id="{3330CDC9-04DC-4C46-B3DC-C076FE1991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46613"/>
            <a:ext cx="4562573" cy="299258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374085C-D27A-AB2F-275C-0F6D2D7F62C5}"/>
              </a:ext>
            </a:extLst>
          </p:cNvPr>
          <p:cNvSpPr txBox="1"/>
          <p:nvPr/>
        </p:nvSpPr>
        <p:spPr>
          <a:xfrm>
            <a:off x="1033153" y="4405746"/>
            <a:ext cx="997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Roller 1 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C20E662-BF48-3DF3-1C94-12CC5225B969}"/>
              </a:ext>
            </a:extLst>
          </p:cNvPr>
          <p:cNvSpPr txBox="1"/>
          <p:nvPr/>
        </p:nvSpPr>
        <p:spPr>
          <a:xfrm>
            <a:off x="2996540" y="4370118"/>
            <a:ext cx="997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Roller 2 </a:t>
            </a:r>
            <a:endParaRPr lang="zh-CN" altLang="en-US" dirty="0"/>
          </a:p>
        </p:txBody>
      </p:sp>
      <p:pic>
        <p:nvPicPr>
          <p:cNvPr id="8" name="0b3b26dad401e71639e32afb4cd34454">
            <a:hlinkClick r:id="" action="ppaction://media"/>
            <a:extLst>
              <a:ext uri="{FF2B5EF4-FFF2-40B4-BE49-F238E27FC236}">
                <a16:creationId xmlns:a16="http://schemas.microsoft.com/office/drawing/2014/main" id="{063FD0F6-B6F0-A262-7D3F-6BADD996CFB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825530" y="936645"/>
            <a:ext cx="2803899" cy="4984709"/>
          </a:xfrm>
          <a:prstGeom prst="rect">
            <a:avLst/>
          </a:prstGeom>
        </p:spPr>
      </p:pic>
      <p:pic>
        <p:nvPicPr>
          <p:cNvPr id="9" name="69d8823e326c71296fd8fe6b0a395cf2">
            <a:hlinkClick r:id="" action="ppaction://media"/>
            <a:extLst>
              <a:ext uri="{FF2B5EF4-FFF2-40B4-BE49-F238E27FC236}">
                <a16:creationId xmlns:a16="http://schemas.microsoft.com/office/drawing/2014/main" id="{51AD5207-1D9D-E448-E652-60D913FE521E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054482" y="936644"/>
            <a:ext cx="2803899" cy="4984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677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466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0233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84163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8</Words>
  <Application>Microsoft Office PowerPoint</Application>
  <PresentationFormat>宽屏</PresentationFormat>
  <Paragraphs>4</Paragraphs>
  <Slides>4</Slides>
  <Notes>0</Notes>
  <HiddenSlides>0</HiddenSlides>
  <MMClips>3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清正 从</dc:creator>
  <cp:lastModifiedBy>Qingzheng Cong</cp:lastModifiedBy>
  <cp:revision>2</cp:revision>
  <dcterms:created xsi:type="dcterms:W3CDTF">2026-02-24T18:11:23Z</dcterms:created>
  <dcterms:modified xsi:type="dcterms:W3CDTF">2026-03-03T15:04:33Z</dcterms:modified>
</cp:coreProperties>
</file>