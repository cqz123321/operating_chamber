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4" y="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04DFEC-9442-3880-8D78-1FE1E2AC5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43C1A0-E431-3970-2725-D5697F135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6FC77-2C0C-5EB5-D02D-6B2C651A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B701A-BFD1-FB28-3F1B-69BA1C9A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FF9CB-0EE0-D941-2287-8ABC9641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0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D172D-5084-A39B-1E58-3880EEC7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DD10EF-5B63-CB61-CDAA-E3541796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630201-C408-BF13-1E2E-0CDDFC0E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B031DC-40EC-2F68-71D8-DFABD1D9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98E4AC-2149-0B95-D985-B75875CB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61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ACB8C-F0FE-91AE-E961-07DAD8737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E0A8CD-8C51-699C-174F-6D5670FF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A5967D-5961-B3AF-ABBD-EDA278B07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C886B6-781F-0085-6C47-4D4BD0D69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8F80C1-E0EF-C42F-9AD9-60793720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46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C8981-DA06-FF58-0091-4B6ED976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9C1ABC-3CB7-C1BD-303E-5CA61C9F5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6C23A-0E9D-B4AC-4804-47269D8E8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1AB8E6-A20F-C77A-893C-67B173E3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EA6F0C-53B8-B225-E687-D65179C1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85B1BA-3FD9-E25C-EC21-C96722AF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9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4F9DE-A6C3-67FB-1914-B176B64B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E55874-A296-40E9-CBE9-638AD1975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C4F802-ED92-B5B9-9DE1-583ADE8AB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64A008-BC2A-6B02-1E9F-2DEAA5B83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6A464E-E41D-83D6-F3C8-82D00BD66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BA86B4-0345-BF8A-6069-5009CC5F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A3331F-AA6F-668B-13B3-E17934C5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B008BF-C5BD-CBF1-350A-00C56671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73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4B97-04DA-2726-AA59-13CB360E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86A35D-30E9-F3D1-C849-1734D8B9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918468-5C28-DFF7-F2C9-A410F63B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96BED8-2F09-CCC9-95C3-CE6E6044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313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677840-D4E3-5432-2CC7-51B34BE5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614FD4-6DFC-3D38-D040-5C9B2D38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6CCEB-92C8-F1B7-F6FE-631D2BFF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75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BAC80-C970-2669-7FC9-DFD81B99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45F29E-03CA-915D-1AD3-E6CCC429C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FC88E6-3BDE-D861-DE13-6BF4B103E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27DCCD-FF43-7430-A799-91BA7684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0C7563-9F9D-95D6-3205-4BC4EB0A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56A739-3245-F8F9-3105-3DEA934C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80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7E328-C929-68CC-58D1-440E1556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A0749C-913D-76DB-E7FF-224E10C9E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445CD8-8F59-0F85-C5AC-FFBFC72FF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0C641-8E02-658B-5B0D-5FAF06A05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E75EA4-D8BD-3ABE-5D66-729AEBCA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F525F9-70F6-3BB0-DD44-7CC732EF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9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4A2CB-AA51-4620-EEB9-F665AEAE2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4958A0-FB80-08FE-EABD-AD0DF7AA5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8CD8A7-2C64-7291-79E8-BD8BFD61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1DA605-A387-1068-A8A2-FB840FAC8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976CA-BE77-61DF-EB92-5BE35651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38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3A9AAA6-FBED-CF8C-A412-C66433A9A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7A73F7-1EE1-5150-405D-C82F93007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083D7-AACB-EA82-1762-F5F02297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91691-5C98-5838-71A0-242B8F71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3F1C5-3C4D-1824-F2C4-0F878DC5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35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6E80AA-D75E-CE9A-7077-CA691577E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A4917E-AD56-9F19-E59E-121511103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7E250-653F-DB77-BB63-2B350797A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4594FF-6586-466C-B095-1A63DDAFF497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06827B-ACFF-775D-0D69-796B82CBB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3A9689-4CD7-77EE-8F69-6948D1391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06871-AD7F-4BB8-B87A-1735A5624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68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3.mp4"/><Relationship Id="rId7" Type="http://schemas.openxmlformats.org/officeDocument/2006/relationships/image" Target="../media/image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jpg"/><Relationship Id="rId5" Type="http://schemas.openxmlformats.org/officeDocument/2006/relationships/slideLayout" Target="../slideLayouts/slideLayout2.xml"/><Relationship Id="rId10" Type="http://schemas.microsoft.com/office/2007/relationships/hdphoto" Target="../media/hdphoto1.wdp"/><Relationship Id="rId4" Type="http://schemas.openxmlformats.org/officeDocument/2006/relationships/video" Target="../media/media3.mp4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7" Type="http://schemas.microsoft.com/office/2007/relationships/hdphoto" Target="../media/hdphoto1.wdp"/><Relationship Id="rId12" Type="http://schemas.openxmlformats.org/officeDocument/2006/relationships/image" Target="../media/image17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6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4A68C8B-1A06-938F-5D10-6DA328DCE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72749">
            <a:off x="168509" y="695040"/>
            <a:ext cx="5453624" cy="54679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BDAC7E7-8DFD-295E-E5EA-1FD404584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29" y="308205"/>
            <a:ext cx="2912269" cy="33958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D503D42-A23F-8396-B7F6-8A4CF01F5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525841">
            <a:off x="6704996" y="3728649"/>
            <a:ext cx="1541488" cy="29217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2944C9E-1A11-C9C9-4414-057230C77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4698" y="735806"/>
            <a:ext cx="3316353" cy="39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00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10ce9f06e214c0b828ea8ed1f37203b">
            <a:hlinkClick r:id="" action="ppaction://media"/>
            <a:extLst>
              <a:ext uri="{FF2B5EF4-FFF2-40B4-BE49-F238E27FC236}">
                <a16:creationId xmlns:a16="http://schemas.microsoft.com/office/drawing/2014/main" id="{B8D5B9A4-EE06-8692-5E51-9FE2E36678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2086" y="190004"/>
            <a:ext cx="3525324" cy="6267243"/>
          </a:xfrm>
          <a:prstGeom prst="rect">
            <a:avLst/>
          </a:prstGeom>
        </p:spPr>
      </p:pic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73F33A31-6BEA-C694-BE61-6131AF12C9A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2469" b="30833"/>
          <a:stretch/>
        </p:blipFill>
        <p:spPr>
          <a:xfrm>
            <a:off x="4967288" y="364330"/>
            <a:ext cx="3762376" cy="3064670"/>
          </a:xfrm>
          <a:prstGeom prst="rect">
            <a:avLst/>
          </a:prstGeom>
          <a:effectLst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1E95145-89E8-E6FD-1200-7D203B04F26E}"/>
              </a:ext>
            </a:extLst>
          </p:cNvPr>
          <p:cNvSpPr txBox="1"/>
          <p:nvPr/>
        </p:nvSpPr>
        <p:spPr>
          <a:xfrm>
            <a:off x="9551193" y="1527333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Rolling Friction</a:t>
            </a:r>
            <a:endParaRPr lang="zh-CN" altLang="en-US" dirty="0"/>
          </a:p>
        </p:txBody>
      </p:sp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C6A57EFE-D519-3D66-8FCB-D1690CD2E6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114" y="3507583"/>
            <a:ext cx="3966723" cy="262175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DC51C870-E499-9DEA-72C1-C0A5F6EF49C2}"/>
              </a:ext>
            </a:extLst>
          </p:cNvPr>
          <p:cNvSpPr txBox="1"/>
          <p:nvPr/>
        </p:nvSpPr>
        <p:spPr>
          <a:xfrm>
            <a:off x="9551192" y="3937158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Sliding Friction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129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银色的机器&#10;&#10;AI 生成的内容可能不正确。">
            <a:extLst>
              <a:ext uri="{FF2B5EF4-FFF2-40B4-BE49-F238E27FC236}">
                <a16:creationId xmlns:a16="http://schemas.microsoft.com/office/drawing/2014/main" id="{3330CDC9-04DC-4C46-B3DC-C076FE1991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38" y="436419"/>
            <a:ext cx="4562573" cy="29925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74085C-D27A-AB2F-275C-0F6D2D7F62C5}"/>
              </a:ext>
            </a:extLst>
          </p:cNvPr>
          <p:cNvSpPr txBox="1"/>
          <p:nvPr/>
        </p:nvSpPr>
        <p:spPr>
          <a:xfrm>
            <a:off x="1218891" y="2995552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Roller 1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20E662-BF48-3DF3-1C94-12CC5225B969}"/>
              </a:ext>
            </a:extLst>
          </p:cNvPr>
          <p:cNvSpPr txBox="1"/>
          <p:nvPr/>
        </p:nvSpPr>
        <p:spPr>
          <a:xfrm>
            <a:off x="3182278" y="2959924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Roller 2 </a:t>
            </a:r>
            <a:endParaRPr lang="zh-CN" altLang="en-US" dirty="0"/>
          </a:p>
        </p:txBody>
      </p:sp>
      <p:pic>
        <p:nvPicPr>
          <p:cNvPr id="8" name="0b3b26dad401e71639e32afb4cd34454">
            <a:hlinkClick r:id="" action="ppaction://media"/>
            <a:extLst>
              <a:ext uri="{FF2B5EF4-FFF2-40B4-BE49-F238E27FC236}">
                <a16:creationId xmlns:a16="http://schemas.microsoft.com/office/drawing/2014/main" id="{063FD0F6-B6F0-A262-7D3F-6BADD996CF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25530" y="936645"/>
            <a:ext cx="2803899" cy="4984709"/>
          </a:xfrm>
          <a:prstGeom prst="rect">
            <a:avLst/>
          </a:prstGeom>
        </p:spPr>
      </p:pic>
      <p:pic>
        <p:nvPicPr>
          <p:cNvPr id="9" name="69d8823e326c71296fd8fe6b0a395cf2">
            <a:hlinkClick r:id="" action="ppaction://media"/>
            <a:extLst>
              <a:ext uri="{FF2B5EF4-FFF2-40B4-BE49-F238E27FC236}">
                <a16:creationId xmlns:a16="http://schemas.microsoft.com/office/drawing/2014/main" id="{51AD5207-1D9D-E448-E652-60D913FE521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54482" y="936644"/>
            <a:ext cx="2803899" cy="4984710"/>
          </a:xfrm>
          <a:prstGeom prst="rect">
            <a:avLst/>
          </a:prstGeom>
        </p:spPr>
      </p:pic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AEBB502B-74FA-A9A0-B94D-B2DF7BE2B49C}"/>
              </a:ext>
            </a:extLst>
          </p:cNvPr>
          <p:cNvPicPr/>
          <p:nvPr/>
        </p:nvPicPr>
        <p:blipFill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2469" b="30833"/>
          <a:stretch/>
        </p:blipFill>
        <p:spPr>
          <a:xfrm>
            <a:off x="620145" y="3559575"/>
            <a:ext cx="3762376" cy="3064670"/>
          </a:xfrm>
          <a:prstGeom prst="rect">
            <a:avLst/>
          </a:prstGeom>
          <a:effectLst/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AB0B5906-5026-7972-164C-55E0E670C5DA}"/>
              </a:ext>
            </a:extLst>
          </p:cNvPr>
          <p:cNvSpPr/>
          <p:nvPr/>
        </p:nvSpPr>
        <p:spPr>
          <a:xfrm>
            <a:off x="2308895" y="4858323"/>
            <a:ext cx="419799" cy="27737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EA6FF59-9C7D-2032-AE16-15321B2B186A}"/>
              </a:ext>
            </a:extLst>
          </p:cNvPr>
          <p:cNvSpPr/>
          <p:nvPr/>
        </p:nvSpPr>
        <p:spPr>
          <a:xfrm>
            <a:off x="2289306" y="4970463"/>
            <a:ext cx="84139" cy="9066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CBE1ED2-676F-361E-CF85-F2E7A2B281A0}"/>
              </a:ext>
            </a:extLst>
          </p:cNvPr>
          <p:cNvSpPr/>
          <p:nvPr/>
        </p:nvSpPr>
        <p:spPr>
          <a:xfrm>
            <a:off x="2200407" y="4570413"/>
            <a:ext cx="208894" cy="1073150"/>
          </a:xfrm>
          <a:custGeom>
            <a:avLst/>
            <a:gdLst>
              <a:gd name="connsiteX0" fmla="*/ 0 w 208894"/>
              <a:gd name="connsiteY0" fmla="*/ 0 h 1073150"/>
              <a:gd name="connsiteX1" fmla="*/ 201613 w 208894"/>
              <a:gd name="connsiteY1" fmla="*/ 1073150 h 107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8894" h="1073150">
                <a:moveTo>
                  <a:pt x="0" y="0"/>
                </a:moveTo>
                <a:cubicBezTo>
                  <a:pt x="119989" y="428228"/>
                  <a:pt x="239978" y="856456"/>
                  <a:pt x="201613" y="107315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7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23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3061"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49e143ba023f90d7a9c7b7986b2a67">
            <a:hlinkClick r:id="" action="ppaction://media"/>
            <a:extLst>
              <a:ext uri="{FF2B5EF4-FFF2-40B4-BE49-F238E27FC236}">
                <a16:creationId xmlns:a16="http://schemas.microsoft.com/office/drawing/2014/main" id="{BFC7620B-4426-57A8-1F6D-9FF65C27B2F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620385" y="27709"/>
            <a:ext cx="3857625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F41072-509B-95D1-2C5D-D9A9972A88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90" y="797136"/>
            <a:ext cx="3857625" cy="2965982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21AF3A17-04E0-2D65-CE89-FBEDD14F0656}"/>
              </a:ext>
            </a:extLst>
          </p:cNvPr>
          <p:cNvPicPr/>
          <p:nvPr/>
        </p:nvPicPr>
        <p:blipFill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2469" b="30833"/>
          <a:stretch/>
        </p:blipFill>
        <p:spPr>
          <a:xfrm>
            <a:off x="500074" y="3705254"/>
            <a:ext cx="3762376" cy="3064670"/>
          </a:xfrm>
          <a:prstGeom prst="rect">
            <a:avLst/>
          </a:prstGeom>
          <a:effectLst/>
        </p:spPr>
      </p:pic>
      <p:sp>
        <p:nvSpPr>
          <p:cNvPr id="8" name="箭头: 上 7">
            <a:extLst>
              <a:ext uri="{FF2B5EF4-FFF2-40B4-BE49-F238E27FC236}">
                <a16:creationId xmlns:a16="http://schemas.microsoft.com/office/drawing/2014/main" id="{57585EDF-4497-63CF-964B-D91C3A82C6D6}"/>
              </a:ext>
            </a:extLst>
          </p:cNvPr>
          <p:cNvSpPr/>
          <p:nvPr/>
        </p:nvSpPr>
        <p:spPr>
          <a:xfrm rot="16200000">
            <a:off x="979972" y="5966360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B21B40C2-D91D-F26B-3668-00FB5A6E4EF0}"/>
              </a:ext>
            </a:extLst>
          </p:cNvPr>
          <p:cNvSpPr/>
          <p:nvPr/>
        </p:nvSpPr>
        <p:spPr>
          <a:xfrm rot="16200000">
            <a:off x="999022" y="5537735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37EC73D7-0FAE-40FF-764A-3A776BF2B074}"/>
              </a:ext>
            </a:extLst>
          </p:cNvPr>
          <p:cNvSpPr/>
          <p:nvPr/>
        </p:nvSpPr>
        <p:spPr>
          <a:xfrm rot="16200000">
            <a:off x="959334" y="5059459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上 10">
            <a:extLst>
              <a:ext uri="{FF2B5EF4-FFF2-40B4-BE49-F238E27FC236}">
                <a16:creationId xmlns:a16="http://schemas.microsoft.com/office/drawing/2014/main" id="{416146F6-E2D1-88F5-F060-B6907556087D}"/>
              </a:ext>
            </a:extLst>
          </p:cNvPr>
          <p:cNvSpPr/>
          <p:nvPr/>
        </p:nvSpPr>
        <p:spPr>
          <a:xfrm rot="19956515">
            <a:off x="1124963" y="4698127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97D205CF-35E7-04FF-4C24-4DF1CDB1B096}"/>
              </a:ext>
            </a:extLst>
          </p:cNvPr>
          <p:cNvSpPr/>
          <p:nvPr/>
        </p:nvSpPr>
        <p:spPr>
          <a:xfrm>
            <a:off x="1451989" y="4622188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3E14A5F4-43CB-B0B8-5EC6-18013D2DA0C4}"/>
              </a:ext>
            </a:extLst>
          </p:cNvPr>
          <p:cNvSpPr/>
          <p:nvPr/>
        </p:nvSpPr>
        <p:spPr>
          <a:xfrm rot="2407902">
            <a:off x="1835106" y="4672726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6D2AE2B2-1B57-95C8-F006-80BC96227AD4}"/>
              </a:ext>
            </a:extLst>
          </p:cNvPr>
          <p:cNvSpPr/>
          <p:nvPr/>
        </p:nvSpPr>
        <p:spPr>
          <a:xfrm rot="5400000">
            <a:off x="1995974" y="5075952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E998FEE9-D82B-477C-50B6-44F596774EC3}"/>
              </a:ext>
            </a:extLst>
          </p:cNvPr>
          <p:cNvSpPr/>
          <p:nvPr/>
        </p:nvSpPr>
        <p:spPr>
          <a:xfrm rot="5400000">
            <a:off x="2009267" y="5454835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上 15">
            <a:extLst>
              <a:ext uri="{FF2B5EF4-FFF2-40B4-BE49-F238E27FC236}">
                <a16:creationId xmlns:a16="http://schemas.microsoft.com/office/drawing/2014/main" id="{38904CE7-961B-78F5-E1D7-63F3222B13E5}"/>
              </a:ext>
            </a:extLst>
          </p:cNvPr>
          <p:cNvSpPr/>
          <p:nvPr/>
        </p:nvSpPr>
        <p:spPr>
          <a:xfrm rot="5400000">
            <a:off x="2009267" y="5789269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C9B2204-0B22-EE53-F4CA-3925AF3F6E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2642802" y="4591297"/>
            <a:ext cx="1214824" cy="163016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0E3D093-E6CC-2BB9-94C1-0D8987C023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9482" y="3910643"/>
            <a:ext cx="1139483" cy="167063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EDE88C79-2402-977E-1465-48F1E5E4DD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0232" y="2694178"/>
            <a:ext cx="1139483" cy="1670635"/>
          </a:xfrm>
          <a:prstGeom prst="rect">
            <a:avLst/>
          </a:prstGeom>
        </p:spPr>
      </p:pic>
      <p:sp>
        <p:nvSpPr>
          <p:cNvPr id="37" name="弧形 36">
            <a:extLst>
              <a:ext uri="{FF2B5EF4-FFF2-40B4-BE49-F238E27FC236}">
                <a16:creationId xmlns:a16="http://schemas.microsoft.com/office/drawing/2014/main" id="{7F57DCC2-8953-A6AF-827E-26A5C97898DA}"/>
              </a:ext>
            </a:extLst>
          </p:cNvPr>
          <p:cNvSpPr/>
          <p:nvPr/>
        </p:nvSpPr>
        <p:spPr>
          <a:xfrm flipV="1">
            <a:off x="4465357" y="2425147"/>
            <a:ext cx="887902" cy="1784725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1934D0FA-09E2-6751-298A-51A3AAE247A4}"/>
              </a:ext>
            </a:extLst>
          </p:cNvPr>
          <p:cNvCxnSpPr/>
          <p:nvPr/>
        </p:nvCxnSpPr>
        <p:spPr>
          <a:xfrm>
            <a:off x="4654617" y="3529496"/>
            <a:ext cx="60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F7C66C4-556A-94BE-1C23-06FCC761185E}"/>
              </a:ext>
            </a:extLst>
          </p:cNvPr>
          <p:cNvCxnSpPr/>
          <p:nvPr/>
        </p:nvCxnSpPr>
        <p:spPr>
          <a:xfrm>
            <a:off x="4654617" y="3725133"/>
            <a:ext cx="60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F22E8AF-88A4-2CC8-41ED-AAE851B613A7}"/>
              </a:ext>
            </a:extLst>
          </p:cNvPr>
          <p:cNvCxnSpPr/>
          <p:nvPr/>
        </p:nvCxnSpPr>
        <p:spPr>
          <a:xfrm>
            <a:off x="4581730" y="3910643"/>
            <a:ext cx="60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60F85F4-4236-BD75-F7D9-9A701AB732FE}"/>
              </a:ext>
            </a:extLst>
          </p:cNvPr>
          <p:cNvCxnSpPr/>
          <p:nvPr/>
        </p:nvCxnSpPr>
        <p:spPr>
          <a:xfrm>
            <a:off x="4457312" y="4089547"/>
            <a:ext cx="60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DE8FC5-5710-CC21-3015-5194ED3FFD56}"/>
              </a:ext>
            </a:extLst>
          </p:cNvPr>
          <p:cNvCxnSpPr/>
          <p:nvPr/>
        </p:nvCxnSpPr>
        <p:spPr>
          <a:xfrm>
            <a:off x="4689956" y="3373930"/>
            <a:ext cx="6021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图片 56">
            <a:extLst>
              <a:ext uri="{FF2B5EF4-FFF2-40B4-BE49-F238E27FC236}">
                <a16:creationId xmlns:a16="http://schemas.microsoft.com/office/drawing/2014/main" id="{53AA3A0C-4850-CAAE-5556-C165D6AD29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6317241" y="3296733"/>
            <a:ext cx="1172309" cy="932769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14EBE64D-2EF2-7DDF-007B-2AAD1FECCC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8692" y="4799350"/>
            <a:ext cx="3036071" cy="1670449"/>
          </a:xfrm>
          <a:prstGeom prst="rect">
            <a:avLst/>
          </a:prstGeom>
        </p:spPr>
      </p:pic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258F36C-74AC-1363-CA25-5DC3A8CBD8EE}"/>
              </a:ext>
            </a:extLst>
          </p:cNvPr>
          <p:cNvCxnSpPr/>
          <p:nvPr/>
        </p:nvCxnSpPr>
        <p:spPr>
          <a:xfrm>
            <a:off x="5292085" y="1310171"/>
            <a:ext cx="602129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023AF52-8646-CD89-6915-C19BD83CB266}"/>
              </a:ext>
            </a:extLst>
          </p:cNvPr>
          <p:cNvCxnSpPr/>
          <p:nvPr/>
        </p:nvCxnSpPr>
        <p:spPr>
          <a:xfrm>
            <a:off x="5292085" y="1505808"/>
            <a:ext cx="602129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00CB506-17F8-38F9-6CC0-1A7E173AEAAE}"/>
              </a:ext>
            </a:extLst>
          </p:cNvPr>
          <p:cNvCxnSpPr/>
          <p:nvPr/>
        </p:nvCxnSpPr>
        <p:spPr>
          <a:xfrm>
            <a:off x="5219198" y="1691318"/>
            <a:ext cx="602129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1662976-7CC5-81F2-259D-1F090C52DDB7}"/>
              </a:ext>
            </a:extLst>
          </p:cNvPr>
          <p:cNvCxnSpPr/>
          <p:nvPr/>
        </p:nvCxnSpPr>
        <p:spPr>
          <a:xfrm>
            <a:off x="5094780" y="1870222"/>
            <a:ext cx="602129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EB7CB029-E5E7-149A-1513-E2E0E84FC441}"/>
              </a:ext>
            </a:extLst>
          </p:cNvPr>
          <p:cNvCxnSpPr/>
          <p:nvPr/>
        </p:nvCxnSpPr>
        <p:spPr>
          <a:xfrm>
            <a:off x="5327424" y="1154605"/>
            <a:ext cx="602129" cy="0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图片 76">
            <a:extLst>
              <a:ext uri="{FF2B5EF4-FFF2-40B4-BE49-F238E27FC236}">
                <a16:creationId xmlns:a16="http://schemas.microsoft.com/office/drawing/2014/main" id="{111828AF-5A8D-8DA5-303D-B58FECBCDC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5933652" y="5406377"/>
            <a:ext cx="483330" cy="1029975"/>
          </a:xfrm>
          <a:prstGeom prst="rect">
            <a:avLst/>
          </a:prstGeom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C04B3E59-465B-A6F9-0EE2-71CFC91A4A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 flipV="1">
            <a:off x="5155281" y="5419287"/>
            <a:ext cx="602129" cy="100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6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2449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279AE059-4501-5FC6-A570-A702B0E4EC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2469" b="30833"/>
          <a:stretch/>
        </p:blipFill>
        <p:spPr>
          <a:xfrm>
            <a:off x="1594696" y="1057057"/>
            <a:ext cx="3762376" cy="3064670"/>
          </a:xfrm>
          <a:prstGeom prst="rect">
            <a:avLst/>
          </a:prstGeom>
          <a:effectLst/>
        </p:spPr>
      </p:pic>
      <p:sp>
        <p:nvSpPr>
          <p:cNvPr id="3" name="箭头: 上 2">
            <a:extLst>
              <a:ext uri="{FF2B5EF4-FFF2-40B4-BE49-F238E27FC236}">
                <a16:creationId xmlns:a16="http://schemas.microsoft.com/office/drawing/2014/main" id="{DC77AE70-BE46-B7A4-1C82-ED8B5874F8C5}"/>
              </a:ext>
            </a:extLst>
          </p:cNvPr>
          <p:cNvSpPr/>
          <p:nvPr/>
        </p:nvSpPr>
        <p:spPr>
          <a:xfrm rot="16200000">
            <a:off x="2074594" y="3318163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上 4">
            <a:extLst>
              <a:ext uri="{FF2B5EF4-FFF2-40B4-BE49-F238E27FC236}">
                <a16:creationId xmlns:a16="http://schemas.microsoft.com/office/drawing/2014/main" id="{25814233-DC6E-7BA7-BB86-54AF03FC8F86}"/>
              </a:ext>
            </a:extLst>
          </p:cNvPr>
          <p:cNvSpPr/>
          <p:nvPr/>
        </p:nvSpPr>
        <p:spPr>
          <a:xfrm rot="16200000">
            <a:off x="2093644" y="2889538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上 5">
            <a:extLst>
              <a:ext uri="{FF2B5EF4-FFF2-40B4-BE49-F238E27FC236}">
                <a16:creationId xmlns:a16="http://schemas.microsoft.com/office/drawing/2014/main" id="{F5E06549-A453-027C-37C5-C6148668B72D}"/>
              </a:ext>
            </a:extLst>
          </p:cNvPr>
          <p:cNvSpPr/>
          <p:nvPr/>
        </p:nvSpPr>
        <p:spPr>
          <a:xfrm rot="16200000">
            <a:off x="2053956" y="2411262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上 6">
            <a:extLst>
              <a:ext uri="{FF2B5EF4-FFF2-40B4-BE49-F238E27FC236}">
                <a16:creationId xmlns:a16="http://schemas.microsoft.com/office/drawing/2014/main" id="{EE93EA39-70D4-FEE8-02DE-6D5124E5B82C}"/>
              </a:ext>
            </a:extLst>
          </p:cNvPr>
          <p:cNvSpPr/>
          <p:nvPr/>
        </p:nvSpPr>
        <p:spPr>
          <a:xfrm rot="19956515">
            <a:off x="2219585" y="2049930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C609EC21-0545-A2DA-84EF-5CD338889862}"/>
              </a:ext>
            </a:extLst>
          </p:cNvPr>
          <p:cNvSpPr/>
          <p:nvPr/>
        </p:nvSpPr>
        <p:spPr>
          <a:xfrm>
            <a:off x="2546611" y="1973991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DEA4A8DC-65B1-5E20-F9E6-238BFEE8F95D}"/>
              </a:ext>
            </a:extLst>
          </p:cNvPr>
          <p:cNvSpPr/>
          <p:nvPr/>
        </p:nvSpPr>
        <p:spPr>
          <a:xfrm rot="2407902">
            <a:off x="2929728" y="2024529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D84F5604-5F59-2599-D0C8-338654DE233A}"/>
              </a:ext>
            </a:extLst>
          </p:cNvPr>
          <p:cNvSpPr/>
          <p:nvPr/>
        </p:nvSpPr>
        <p:spPr>
          <a:xfrm rot="5400000">
            <a:off x="3090596" y="2427755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EA89133C-AC96-A661-8D65-46C0C329AA43}"/>
              </a:ext>
            </a:extLst>
          </p:cNvPr>
          <p:cNvSpPr/>
          <p:nvPr/>
        </p:nvSpPr>
        <p:spPr>
          <a:xfrm rot="5400000">
            <a:off x="3103889" y="2806638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52849FE4-879B-DBBC-6596-4837E1F20851}"/>
              </a:ext>
            </a:extLst>
          </p:cNvPr>
          <p:cNvSpPr/>
          <p:nvPr/>
        </p:nvSpPr>
        <p:spPr>
          <a:xfrm rot="5400000">
            <a:off x="3103889" y="3141072"/>
            <a:ext cx="134587" cy="221673"/>
          </a:xfrm>
          <a:prstGeom prst="up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C341683B-7B72-FE98-D270-672DBBE2FC3E}"/>
              </a:ext>
            </a:extLst>
          </p:cNvPr>
          <p:cNvPicPr/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brightnessContrast bright="99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2469" b="30833"/>
          <a:stretch/>
        </p:blipFill>
        <p:spPr>
          <a:xfrm>
            <a:off x="7077963" y="1073550"/>
            <a:ext cx="3762376" cy="3064670"/>
          </a:xfrm>
          <a:prstGeom prst="rect">
            <a:avLst/>
          </a:prstGeom>
          <a:effectLst/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2F5928BF-590D-3591-1726-27A81E5E45CB}"/>
              </a:ext>
            </a:extLst>
          </p:cNvPr>
          <p:cNvSpPr/>
          <p:nvPr/>
        </p:nvSpPr>
        <p:spPr>
          <a:xfrm>
            <a:off x="8766713" y="2372298"/>
            <a:ext cx="419799" cy="277373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C21CFBF-BC0B-9B89-61E5-141AD409FB9F}"/>
              </a:ext>
            </a:extLst>
          </p:cNvPr>
          <p:cNvSpPr/>
          <p:nvPr/>
        </p:nvSpPr>
        <p:spPr>
          <a:xfrm>
            <a:off x="8747124" y="2484438"/>
            <a:ext cx="84139" cy="90666"/>
          </a:xfrm>
          <a:prstGeom prst="ellipse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FFBBA8E-5F32-9A5E-7D71-2EE85256C9BE}"/>
              </a:ext>
            </a:extLst>
          </p:cNvPr>
          <p:cNvSpPr/>
          <p:nvPr/>
        </p:nvSpPr>
        <p:spPr>
          <a:xfrm>
            <a:off x="8658225" y="2084388"/>
            <a:ext cx="208894" cy="1073150"/>
          </a:xfrm>
          <a:custGeom>
            <a:avLst/>
            <a:gdLst>
              <a:gd name="connsiteX0" fmla="*/ 0 w 208894"/>
              <a:gd name="connsiteY0" fmla="*/ 0 h 1073150"/>
              <a:gd name="connsiteX1" fmla="*/ 201613 w 208894"/>
              <a:gd name="connsiteY1" fmla="*/ 1073150 h 107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8894" h="1073150">
                <a:moveTo>
                  <a:pt x="0" y="0"/>
                </a:moveTo>
                <a:cubicBezTo>
                  <a:pt x="119989" y="428228"/>
                  <a:pt x="239978" y="856456"/>
                  <a:pt x="201613" y="107315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5F00A527-90B9-39DE-F69F-4D5BC4C8088A}"/>
              </a:ext>
            </a:extLst>
          </p:cNvPr>
          <p:cNvSpPr/>
          <p:nvPr/>
        </p:nvSpPr>
        <p:spPr>
          <a:xfrm>
            <a:off x="3427031" y="2390149"/>
            <a:ext cx="134587" cy="821074"/>
          </a:xfrm>
          <a:prstGeom prst="up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B817E16-1CA3-B160-8F3F-EFE5DE880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37424" y="1943100"/>
            <a:ext cx="1214824" cy="16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1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</Words>
  <Application>Microsoft Office PowerPoint</Application>
  <PresentationFormat>宽屏</PresentationFormat>
  <Paragraphs>4</Paragraphs>
  <Slides>5</Slides>
  <Notes>0</Notes>
  <HiddenSlides>0</HiddenSlides>
  <MMClips>4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清正 从</dc:creator>
  <cp:lastModifiedBy>Qingzheng Cong</cp:lastModifiedBy>
  <cp:revision>3</cp:revision>
  <dcterms:created xsi:type="dcterms:W3CDTF">2026-02-24T18:11:23Z</dcterms:created>
  <dcterms:modified xsi:type="dcterms:W3CDTF">2026-03-05T17:09:12Z</dcterms:modified>
</cp:coreProperties>
</file>